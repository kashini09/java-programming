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theme/_rels/theme1.xml.rels" ContentType="application/vnd.openxmlformats-package.relationships+xml"/>
  <Override PartName="/ppt/media/image1.jpeg" ContentType="image/jpeg"/>
  <Override PartName="/ppt/media/image2.png" ContentType="image/png"/>
  <Override PartName="/ppt/media/image3.jpeg" ContentType="image/jpeg"/>
  <Override PartName="/ppt/media/image5.png" ContentType="image/png"/>
  <Override PartName="/ppt/media/image4.png" ContentType="image/png"/>
  <Override PartName="/ppt/media/image6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0" name="Straight Connector 6"/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1" name="PlaceHolder 1"/>
          <p:cNvSpPr>
            <a:spLocks noGrp="1"/>
          </p:cNvSpPr>
          <p:nvPr>
            <p:ph type="dt" idx="1"/>
          </p:nvPr>
        </p:nvSpPr>
        <p:spPr>
          <a:xfrm>
            <a:off x="1024200" y="6470640"/>
            <a:ext cx="2153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2"/>
          </p:nvPr>
        </p:nvSpPr>
        <p:spPr>
          <a:xfrm>
            <a:off x="4843080" y="6470640"/>
            <a:ext cx="59007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3"/>
          </p:nvPr>
        </p:nvSpPr>
        <p:spPr>
          <a:xfrm>
            <a:off x="10837440" y="6470640"/>
            <a:ext cx="973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82B2B0A1-AA5E-4D60-BBCE-65A89504F6D5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/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24200" y="471600"/>
            <a:ext cx="4388400" cy="173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4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715000" y="822960"/>
            <a:ext cx="5677560" cy="5184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1024200" y="2257560"/>
            <a:ext cx="4388400" cy="376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8000"/>
              </a:lnSpc>
              <a:spcBef>
                <a:spcPts val="601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1024200" y="6470640"/>
            <a:ext cx="2153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4843080" y="6470640"/>
            <a:ext cx="59007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10837440" y="6470640"/>
            <a:ext cx="973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08C53A7F-6508-41DB-9E8E-BEE0A6D6A583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6"/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4960080"/>
            <a:ext cx="7771680" cy="146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88160" cy="45712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txBody>
          <a:bodyPr lIns="457200" rIns="45720" tIns="36576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icon to add picture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8610480" y="4960080"/>
            <a:ext cx="3199680" cy="146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1024200" y="6470640"/>
            <a:ext cx="2153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4843080" y="6470640"/>
            <a:ext cx="59007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10837440" y="6470640"/>
            <a:ext cx="973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F2BD3BE7-48B8-4606-A248-1A10F4047592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8" name="Straight Connector 7"/>
          <p:cNvCxnSpPr/>
          <p:nvPr/>
        </p:nvCxnSpPr>
        <p:spPr>
          <a:xfrm flipV="1">
            <a:off x="8386560" y="5263920"/>
            <a:ext cx="720" cy="91512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6"/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20" name="Rectangle 9"/>
          <p:cNvSpPr/>
          <p:nvPr/>
        </p:nvSpPr>
        <p:spPr>
          <a:xfrm>
            <a:off x="0" y="0"/>
            <a:ext cx="12191400" cy="45712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Oval 5"/>
          <p:cNvSpPr/>
          <p:nvPr/>
        </p:nvSpPr>
        <p:spPr>
          <a:xfrm>
            <a:off x="0" y="0"/>
            <a:ext cx="12191400" cy="457128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4571280"/>
              <a:gd name="textAreaBottom" fmla="*/ 4572000 h 4571280"/>
            </a:gdLst>
            <a:ahLst/>
            <a:cxnLst/>
            <a:rect l="textAreaLeft" t="textAreaTop" r="textAreaRight" b="textAreaBottom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4960080"/>
            <a:ext cx="7771680" cy="146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dt" idx="10"/>
          </p:nvPr>
        </p:nvSpPr>
        <p:spPr>
          <a:xfrm>
            <a:off x="1024200" y="6470640"/>
            <a:ext cx="2153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11"/>
          </p:nvPr>
        </p:nvSpPr>
        <p:spPr>
          <a:xfrm>
            <a:off x="4843080" y="6470640"/>
            <a:ext cx="59007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12"/>
          </p:nvPr>
        </p:nvSpPr>
        <p:spPr>
          <a:xfrm>
            <a:off x="10837440" y="6470640"/>
            <a:ext cx="973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755B1233-474A-4164-A304-1CB833DA2C3A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26" name="Straight Connector 7"/>
          <p:cNvCxnSpPr/>
          <p:nvPr/>
        </p:nvCxnSpPr>
        <p:spPr>
          <a:xfrm flipV="1">
            <a:off x="8386560" y="5263920"/>
            <a:ext cx="720" cy="915120"/>
          </a:xfrm>
          <a:prstGeom prst="straightConnector1">
            <a:avLst/>
          </a:prstGeom>
          <a:ln w="19050">
            <a:solidFill>
              <a:srgbClr val="1482ac"/>
            </a:solidFill>
            <a:round/>
          </a:ln>
        </p:spPr>
      </p:cxn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6"/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28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9719280" cy="40226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3"/>
          </p:nvPr>
        </p:nvSpPr>
        <p:spPr>
          <a:xfrm>
            <a:off x="1024200" y="6470640"/>
            <a:ext cx="2153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4"/>
          </p:nvPr>
        </p:nvSpPr>
        <p:spPr>
          <a:xfrm>
            <a:off x="4843080" y="6470640"/>
            <a:ext cx="59007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5"/>
          </p:nvPr>
        </p:nvSpPr>
        <p:spPr>
          <a:xfrm>
            <a:off x="10837440" y="6470640"/>
            <a:ext cx="973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62BA7113-40F4-46E5-9F44-D9F139D55947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6"/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724960" y="762120"/>
            <a:ext cx="2628360" cy="54093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91440" bIns="91440" anchor="ctr" vert="eaVer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990720" y="762120"/>
            <a:ext cx="7581240" cy="54093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6"/>
          </p:nvPr>
        </p:nvSpPr>
        <p:spPr>
          <a:xfrm>
            <a:off x="1024200" y="6470640"/>
            <a:ext cx="2153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17"/>
          </p:nvPr>
        </p:nvSpPr>
        <p:spPr>
          <a:xfrm>
            <a:off x="4843080" y="6470640"/>
            <a:ext cx="59007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18"/>
          </p:nvPr>
        </p:nvSpPr>
        <p:spPr>
          <a:xfrm>
            <a:off x="10837440" y="6470640"/>
            <a:ext cx="973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1A83C8FC-B5AD-4596-904F-721D4B69C004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39" name="Straight Connector 6"/>
          <p:cNvCxnSpPr/>
          <p:nvPr/>
        </p:nvCxnSpPr>
        <p:spPr>
          <a:xfrm>
            <a:off x="9601200" y="516240"/>
            <a:ext cx="915120" cy="72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6"/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28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9719280" cy="40226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19"/>
          </p:nvPr>
        </p:nvSpPr>
        <p:spPr>
          <a:xfrm>
            <a:off x="1024200" y="6470640"/>
            <a:ext cx="2153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0"/>
          </p:nvPr>
        </p:nvSpPr>
        <p:spPr>
          <a:xfrm>
            <a:off x="4843080" y="6470640"/>
            <a:ext cx="59007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21"/>
          </p:nvPr>
        </p:nvSpPr>
        <p:spPr>
          <a:xfrm>
            <a:off x="10837440" y="6470640"/>
            <a:ext cx="973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5A2E508E-0072-4A59-869C-FE1203820F27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Straight Connector 6"/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47" name="Rectangle 8"/>
          <p:cNvSpPr/>
          <p:nvPr/>
        </p:nvSpPr>
        <p:spPr>
          <a:xfrm>
            <a:off x="0" y="0"/>
            <a:ext cx="12191400" cy="457128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Oval 5"/>
          <p:cNvSpPr/>
          <p:nvPr/>
        </p:nvSpPr>
        <p:spPr>
          <a:xfrm>
            <a:off x="0" y="0"/>
            <a:ext cx="12191400" cy="457128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4571280"/>
              <a:gd name="textAreaBottom" fmla="*/ 4572000 h 4571280"/>
            </a:gdLst>
            <a:ahLst/>
            <a:cxnLst/>
            <a:rect l="textAreaLeft" t="textAreaTop" r="textAreaRight" b="textAreaBottom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4960080"/>
            <a:ext cx="7771680" cy="146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8610480" y="4960080"/>
            <a:ext cx="3199680" cy="146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2"/>
          </p:nvPr>
        </p:nvSpPr>
        <p:spPr>
          <a:xfrm>
            <a:off x="1024200" y="6470640"/>
            <a:ext cx="2153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3"/>
          </p:nvPr>
        </p:nvSpPr>
        <p:spPr>
          <a:xfrm>
            <a:off x="4843080" y="6470640"/>
            <a:ext cx="59007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24"/>
          </p:nvPr>
        </p:nvSpPr>
        <p:spPr>
          <a:xfrm>
            <a:off x="10837440" y="6470640"/>
            <a:ext cx="973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79BEE670-5851-4E8D-AA2B-7D148FD20883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54" name="Straight Connector 7"/>
          <p:cNvCxnSpPr/>
          <p:nvPr/>
        </p:nvCxnSpPr>
        <p:spPr>
          <a:xfrm flipV="1">
            <a:off x="8386560" y="5263920"/>
            <a:ext cx="720" cy="915120"/>
          </a:xfrm>
          <a:prstGeom prst="straightConnector1">
            <a:avLst/>
          </a:prstGeom>
          <a:ln w="19050">
            <a:solidFill>
              <a:srgbClr val="1482ac"/>
            </a:solidFill>
            <a:round/>
          </a:ln>
        </p:spPr>
      </p:cxn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Connector 6"/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28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4754160" cy="40226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5989320" y="2286000"/>
            <a:ext cx="4754160" cy="40226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5"/>
          </p:nvPr>
        </p:nvSpPr>
        <p:spPr>
          <a:xfrm>
            <a:off x="1024200" y="6470640"/>
            <a:ext cx="2153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6"/>
          </p:nvPr>
        </p:nvSpPr>
        <p:spPr>
          <a:xfrm>
            <a:off x="4843080" y="6470640"/>
            <a:ext cx="59007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27"/>
          </p:nvPr>
        </p:nvSpPr>
        <p:spPr>
          <a:xfrm>
            <a:off x="10837440" y="6470640"/>
            <a:ext cx="973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EBD7E616-A097-4F3D-8EED-BFF26D3880F7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Straight Connector 6"/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28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1024200" y="2179800"/>
            <a:ext cx="4754160" cy="822240"/>
          </a:xfrm>
          <a:prstGeom prst="rect">
            <a:avLst/>
          </a:prstGeom>
          <a:noFill/>
          <a:ln w="0">
            <a:noFill/>
          </a:ln>
        </p:spPr>
        <p:txBody>
          <a:bodyPr lIns="137160" rIns="13716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accent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IN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1024200" y="2967840"/>
            <a:ext cx="4754160" cy="33408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5990760" y="2179800"/>
            <a:ext cx="4754160" cy="822240"/>
          </a:xfrm>
          <a:prstGeom prst="rect">
            <a:avLst/>
          </a:prstGeom>
          <a:noFill/>
          <a:ln w="0">
            <a:noFill/>
          </a:ln>
        </p:spPr>
        <p:txBody>
          <a:bodyPr lIns="137160" rIns="13716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accent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IN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5990760" y="2967840"/>
            <a:ext cx="4754160" cy="33408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dt" idx="28"/>
          </p:nvPr>
        </p:nvSpPr>
        <p:spPr>
          <a:xfrm>
            <a:off x="1024200" y="6470640"/>
            <a:ext cx="2153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ftr" idx="29"/>
          </p:nvPr>
        </p:nvSpPr>
        <p:spPr>
          <a:xfrm>
            <a:off x="4843080" y="6470640"/>
            <a:ext cx="59007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30"/>
          </p:nvPr>
        </p:nvSpPr>
        <p:spPr>
          <a:xfrm>
            <a:off x="10837440" y="6470640"/>
            <a:ext cx="973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72D98421-AFAC-45C9-8020-A9CBA1E51366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Straight Connector 6"/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28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dt" idx="31"/>
          </p:nvPr>
        </p:nvSpPr>
        <p:spPr>
          <a:xfrm>
            <a:off x="1024200" y="6470640"/>
            <a:ext cx="2153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ftr" idx="32"/>
          </p:nvPr>
        </p:nvSpPr>
        <p:spPr>
          <a:xfrm>
            <a:off x="4843080" y="6470640"/>
            <a:ext cx="59007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sldNum" idx="33"/>
          </p:nvPr>
        </p:nvSpPr>
        <p:spPr>
          <a:xfrm>
            <a:off x="10837440" y="6470640"/>
            <a:ext cx="973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A4A48FC8-46DA-40CC-8D62-DEA63822FB29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0080" y="0"/>
            <a:ext cx="4069080" cy="6857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309960" y="640080"/>
            <a:ext cx="3429000" cy="561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699800" y="2106360"/>
            <a:ext cx="7171560" cy="37443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Project Title: Vehicle Rental Booking and Payment Management System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Course:  Java Mini Project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Student Name &amp; Roll No: Kashini.K &amp; 25bcs125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Department: Computer Science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Mentor / Guide: [Name &amp; Designation]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Picture 5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4699800" y="233280"/>
            <a:ext cx="6743160" cy="1685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81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Introduction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84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This project is a Vehicle Rental Booking System developed using Java Swing.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It allows users to book vehicles (Bike, Car, Van) easily.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Includes login authentication, booking form, and calendar view.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Helps manage rental records efficiently instead of manual booking.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Useful for small rental businesses.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Picture 6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89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Objective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92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To design a GUI-based vehicle booking system.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To implement login authentication.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To calculate rental cost automatically.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To store and manage booking details.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To display bookings using a calendar interface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97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Problem Statement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00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3417480" y="198000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40000" lnSpcReduction="1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Manual booking systems are: 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Time-consuming 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Error-prone 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Difficult to track records 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No proper system to: 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Manage customer details 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Track booking dates 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Store payment and proof 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This project solves these issues using automation.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05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System Requirements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08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92500" lnSpcReduction="1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1" lang="en-IN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Hardware Requirements: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   Processor: Intel i3 or higher 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   RAM: 4GB minimum 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  Storage: 500MB 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1" lang="en-IN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Software Requirements: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  OS: Windows / Linux 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  Language: Java 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  IDE: Eclipse / IntelliJ / NetBeans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13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System Design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16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3417480" y="228744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3508560" y="2166120"/>
            <a:ext cx="6211440" cy="427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3289320" y="1738080"/>
            <a:ext cx="5530680" cy="546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IN" sz="21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The system consists of:</a:t>
            </a:r>
            <a:endParaRPr b="0" lang="en-IN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Login Page 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Booking Form 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Calendar View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Workflow: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User logs in 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Enters booking details 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Calculates amount 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Saves booking 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Views bookings in calendar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23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Module Description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26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3780000" y="1980000"/>
            <a:ext cx="8331840" cy="40629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25000" lnSpcReduction="1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Login Module: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4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Validates username and password 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Booking Module: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4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Collects customer and vehicle details 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Processing Module: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4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Calculates rental amount 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Storage Module: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4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Stores booking using HashMap 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Calendar Module: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4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Displays bookings date-wis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4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31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Algorithm / Flowchart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34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3469320" y="220608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92500" lnSpcReduction="1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AutoNum type="arabicParenR"/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Start 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AutoNum type="arabicParenR"/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Login validation 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AutoNum type="arabicParenR"/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Enter booking details 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AutoNum type="arabicParenR"/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Calculate amount 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AutoNum type="arabicParenR"/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Save booking 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AutoNum type="arabicParenR"/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Store in data structure 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AutoNum type="arabicParenR"/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Display in calendar 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AutoNum type="arabicParenR"/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Stop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" descr=""/>
          <p:cNvPicPr/>
          <p:nvPr/>
        </p:nvPicPr>
        <p:blipFill>
          <a:blip r:embed="rId2"/>
          <a:stretch/>
        </p:blipFill>
        <p:spPr>
          <a:xfrm>
            <a:off x="6480000" y="1980000"/>
            <a:ext cx="5240160" cy="432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40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Implementation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43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3469320" y="220608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25000" lnSpcReduction="1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6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  Technologies used: 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            Java Swing (GUI) 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            Event Handling 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           Collections (HashMap, ArrayList) 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1" lang="en-US" sz="6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Features implemented: 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AutoNum type="arabicParenR"/>
              <a:tabLst>
                <a:tab algn="l" pos="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Login authentication 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AutoNum type="arabicParenR"/>
              <a:tabLst>
                <a:tab algn="l" pos="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Vehicle selection 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AutoNum type="arabicParenR"/>
              <a:tabLst>
                <a:tab algn="l" pos="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Auto amount calculation 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AutoNum type="arabicParenR"/>
              <a:tabLst>
                <a:tab algn="l" pos="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File upload (PDF proof) 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AutoNum type="arabicParenR"/>
              <a:tabLst>
                <a:tab algn="l" pos="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Calendar navigation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5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48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Output Screens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51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•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" descr=""/>
          <p:cNvPicPr/>
          <p:nvPr/>
        </p:nvPicPr>
        <p:blipFill>
          <a:blip r:embed="rId2"/>
          <a:stretch/>
        </p:blipFill>
        <p:spPr>
          <a:xfrm>
            <a:off x="2772720" y="1980000"/>
            <a:ext cx="2987280" cy="288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" descr=""/>
          <p:cNvPicPr/>
          <p:nvPr/>
        </p:nvPicPr>
        <p:blipFill>
          <a:blip r:embed="rId3"/>
          <a:stretch/>
        </p:blipFill>
        <p:spPr>
          <a:xfrm>
            <a:off x="5940000" y="1980000"/>
            <a:ext cx="2880000" cy="288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" descr=""/>
          <p:cNvPicPr/>
          <p:nvPr/>
        </p:nvPicPr>
        <p:blipFill>
          <a:blip r:embed="rId4"/>
          <a:stretch/>
        </p:blipFill>
        <p:spPr>
          <a:xfrm>
            <a:off x="9000000" y="1980000"/>
            <a:ext cx="2720160" cy="288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59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Results &amp; Discussion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62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25000" lnSpcReduction="1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Successfully created a working booking system. 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1" lang="en-US" sz="6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Users can: 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AutoNum type="arabicParenR"/>
              <a:tabLst>
                <a:tab algn="l" pos="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Book vehicles 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AutoNum type="arabicParenR"/>
              <a:tabLst>
                <a:tab algn="l" pos="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Calculate cost 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AutoNum type="arabicParenR"/>
              <a:tabLst>
                <a:tab algn="l" pos="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View bookings by date 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1" lang="en-US" sz="6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Challenges faced: 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AutoNum type="arabicParenR"/>
              <a:tabLst>
                <a:tab algn="l" pos="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Designing GUI layout 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AutoNum type="arabicParenR"/>
              <a:tabLst>
                <a:tab algn="l" pos="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Managing calendar logic 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AutoNum type="arabicParenR"/>
              <a:tabLst>
                <a:tab algn="l" pos="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System works efficiently for small-scale use. 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67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Conclusion &amp; Future Enhancement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70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3469320" y="220608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25000" lnSpcReduction="1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Conclusion: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AutoNum type="arabicParenR"/>
              <a:tabLst>
                <a:tab algn="l" pos="0"/>
              </a:tabLst>
            </a:pPr>
            <a:r>
              <a:rPr b="0" lang="en-US" sz="4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Project meets all objectives 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AutoNum type="arabicParenR"/>
              <a:tabLst>
                <a:tab algn="l" pos="0"/>
              </a:tabLst>
            </a:pPr>
            <a:r>
              <a:rPr b="0" lang="en-US" sz="4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Improved Java GUI and logic skills 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AutoNum type="arabicParenR"/>
              <a:tabLst>
                <a:tab algn="l" pos="0"/>
              </a:tabLst>
            </a:pPr>
            <a:r>
              <a:rPr b="0" lang="en-US" sz="4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Provides simple booking management 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4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Future Enhancements: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AutoNum type="arabicParenR"/>
              <a:tabLst>
                <a:tab algn="l" pos="0"/>
              </a:tabLst>
            </a:pPr>
            <a:r>
              <a:rPr b="0" lang="en-US" sz="4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Improve UI design 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AutoNum type="arabicParenR"/>
              <a:tabLst>
                <a:tab algn="l" pos="0"/>
              </a:tabLst>
            </a:pPr>
            <a:r>
              <a:rPr b="0" lang="en-US" sz="4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Add online payment integration 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AutoNum type="arabicParenR"/>
              <a:tabLst>
                <a:tab algn="l" pos="0"/>
              </a:tabLst>
            </a:pPr>
            <a:r>
              <a:rPr b="0" lang="en-US" sz="4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Generate booking receipts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2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75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References / Acknowledgement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78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3420000" y="252000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92500" lnSpcReduction="1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References: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Java Programming – E. Balagurusamy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Oracle Java Documentation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Online tutorials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Acknowledgement: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• Thanks to my guide and department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0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83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600" y="321840"/>
            <a:ext cx="11550600" cy="6213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103291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Thank You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5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50">
            <a:solidFill>
              <a:srgbClr val="d2effa"/>
            </a:solidFill>
            <a:round/>
          </a:ln>
        </p:spPr>
      </p:cxn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10329120" cy="38620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Questions &amp; Discussions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blip r:embed="rId1"/>
          <a:srcRect l="0" t="0" r="0" b="0"/>
          <a:tile tx="0" ty="0" sx="40000" sy="40000" flip="none" algn="tl"/>
        </a:blip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14</TotalTime>
  <Application>LibreOffice/25.2.7.2$Windows_X86_64 LibreOffice_project/5cbfd1ab6520636bb5f7b99185aa69bd7456825d</Application>
  <AppVersion>15.0000</AppVersion>
  <Words>487</Words>
  <Paragraphs>109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2026-04-09T21:35:55Z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14</vt:i4>
  </property>
</Properties>
</file>