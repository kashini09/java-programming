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jpeg" ContentType="image/jpeg"/>
  <Override PartName="/ppt/media/image3.png" ContentType="image/png"/>
  <Override PartName="/ppt/media/image4.png" ContentType="image/png"/>
  <Override PartName="/ppt/media/image5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024200" y="585360"/>
            <a:ext cx="9718920" cy="149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1024200" y="2286000"/>
            <a:ext cx="9718920" cy="402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0FD4E7A-D9F2-47BB-8F7C-EB8D778ECE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024200" y="585360"/>
            <a:ext cx="9718920" cy="149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1024200" y="2286000"/>
            <a:ext cx="9718920" cy="402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B583DB0-6EB8-4DAF-8D29-E6B0DB701F4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024200" y="585360"/>
            <a:ext cx="9718920" cy="149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1024200" y="2286000"/>
            <a:ext cx="9718920" cy="402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81FB98E4-62D6-4C5D-8CD7-66843D11850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024200" y="585360"/>
            <a:ext cx="9718920" cy="149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1024200" y="2286000"/>
            <a:ext cx="9718920" cy="402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9D8E1B30-1B73-4F7B-A8EF-59D2A801C8E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024200" y="585360"/>
            <a:ext cx="9718920" cy="149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1024200" y="2286000"/>
            <a:ext cx="9718920" cy="402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A0B151C4-CE67-4A99-8CB9-1EED9C65DBE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024200" y="585360"/>
            <a:ext cx="9718920" cy="149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1024200" y="2286000"/>
            <a:ext cx="9718920" cy="402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A5A997EE-EBBE-44E5-8C21-65D5490851D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024200" y="585360"/>
            <a:ext cx="9718920" cy="149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1024200" y="2286000"/>
            <a:ext cx="9718920" cy="402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2EDB37FC-BD61-4C6F-B785-6BF0FA1B34F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024200" y="585360"/>
            <a:ext cx="9718920" cy="149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1024200" y="2286000"/>
            <a:ext cx="9718920" cy="402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D6841C59-80AA-4C81-8443-47A111558FB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1024200" y="585360"/>
            <a:ext cx="9718920" cy="149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1024200" y="2286000"/>
            <a:ext cx="9718920" cy="402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0968D0A1-0E90-4987-A49A-EE9FD08BBBA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1024200" y="585360"/>
            <a:ext cx="9718920" cy="149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1024200" y="2286000"/>
            <a:ext cx="9718920" cy="402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1FFB9652-DDB8-4033-9FAD-1F01FEB5726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4fbfe"/>
            </a:gs>
            <a:gs pos="74000">
              <a:srgbClr val="99daf3"/>
            </a:gs>
            <a:gs pos="83000">
              <a:srgbClr val="99daf3"/>
            </a:gs>
            <a:gs pos="100000">
              <a:srgbClr val="bbe6f7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0" name="Straight Connector 6"/>
          <p:cNvCxnSpPr/>
          <p:nvPr/>
        </p:nvCxnSpPr>
        <p:spPr>
          <a:xfrm flipV="1">
            <a:off x="761760" y="826200"/>
            <a:ext cx="1080" cy="915480"/>
          </a:xfrm>
          <a:prstGeom prst="straightConnector1">
            <a:avLst/>
          </a:prstGeom>
          <a:ln w="19080">
            <a:solidFill>
              <a:srgbClr val="1cade4"/>
            </a:solidFill>
            <a:round/>
          </a:ln>
        </p:spPr>
      </p:cxn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1024200" y="585360"/>
            <a:ext cx="971892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US" sz="5000" spc="99" strike="noStrike" u="none" cap="all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Click to edit Master title style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1024200" y="2286000"/>
            <a:ext cx="4753800" cy="402228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Autofit/>
          </a:bodyPr>
          <a:p>
            <a:pPr marL="432000" indent="-32400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body"/>
          </p:nvPr>
        </p:nvSpPr>
        <p:spPr>
          <a:xfrm>
            <a:off x="5989320" y="2286000"/>
            <a:ext cx="4753800" cy="402228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Autofit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</a:pPr>
            <a:r>
              <a:rPr b="0" lang="en-US" sz="22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265320" indent="-13716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Wingdings 3" charset="2"/>
              <a:buChar char="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448200" indent="-13716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Wingdings 3" charset="2"/>
              <a:buChar char="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594360" indent="-13716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Wingdings 3" charset="2"/>
              <a:buChar char="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777240" indent="-13716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Wingdings 3" charset="2"/>
              <a:buChar char="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dt" idx="1"/>
          </p:nvPr>
        </p:nvSpPr>
        <p:spPr>
          <a:xfrm>
            <a:off x="1024200" y="6470640"/>
            <a:ext cx="215316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&lt;date/time&gt;</a:t>
            </a:r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ftr" idx="2"/>
          </p:nvPr>
        </p:nvSpPr>
        <p:spPr>
          <a:xfrm>
            <a:off x="4843080" y="6470640"/>
            <a:ext cx="590040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6"/>
          <p:cNvSpPr>
            <a:spLocks noGrp="1"/>
          </p:cNvSpPr>
          <p:nvPr>
            <p:ph type="sldNum" idx="3"/>
          </p:nvPr>
        </p:nvSpPr>
        <p:spPr>
          <a:xfrm>
            <a:off x="10837440" y="6470640"/>
            <a:ext cx="97272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46C23361-58A8-4AFF-BBF7-1E5DA1B2C365}" type="slidenum"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&lt;number&gt;</a:t>
            </a:fld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4fbfe"/>
            </a:gs>
            <a:gs pos="74000">
              <a:srgbClr val="99daf3"/>
            </a:gs>
            <a:gs pos="83000">
              <a:srgbClr val="99daf3"/>
            </a:gs>
            <a:gs pos="100000">
              <a:srgbClr val="bbe6f7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6"/>
          <p:cNvCxnSpPr/>
          <p:nvPr/>
        </p:nvCxnSpPr>
        <p:spPr>
          <a:xfrm flipV="1">
            <a:off x="761760" y="826200"/>
            <a:ext cx="1080" cy="915480"/>
          </a:xfrm>
          <a:prstGeom prst="straightConnector1">
            <a:avLst/>
          </a:prstGeom>
          <a:ln w="19080">
            <a:solidFill>
              <a:srgbClr val="1cade4"/>
            </a:solidFill>
            <a:round/>
          </a:ln>
        </p:spPr>
      </p:cxn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1024200" y="585360"/>
            <a:ext cx="971892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US" sz="5000" spc="99" strike="noStrike" u="none" cap="all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Click to edit Master title style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1024200" y="2179800"/>
            <a:ext cx="4753800" cy="821880"/>
          </a:xfrm>
          <a:prstGeom prst="rect">
            <a:avLst/>
          </a:prstGeom>
          <a:noFill/>
          <a:ln w="0">
            <a:noFill/>
          </a:ln>
        </p:spPr>
        <p:txBody>
          <a:bodyPr lIns="137160" rIns="137160" tIns="45720" bIns="45720" anchor="ctr">
            <a:normAutofit/>
          </a:bodyPr>
          <a:p>
            <a:pPr marL="432000" indent="-324000" defTabSz="914400">
              <a:lnSpc>
                <a:spcPct val="9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300" strike="noStrike" u="none">
                <a:solidFill>
                  <a:schemeClr val="accent1"/>
                </a:solidFill>
                <a:effectLst/>
                <a:uFillTx/>
                <a:latin typeface="Tw Cen MT"/>
              </a:rPr>
              <a:t>Click to edit Master text styles</a:t>
            </a:r>
            <a:endParaRPr b="0" lang="en-IN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1024200" y="2967840"/>
            <a:ext cx="4753800" cy="334044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Autofit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</a:pPr>
            <a:r>
              <a:rPr b="0" lang="en-US" sz="22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265320" indent="-13716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Wingdings 3" charset="2"/>
              <a:buChar char="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448200" indent="-13716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Wingdings 3" charset="2"/>
              <a:buChar char="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594360" indent="-13716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Wingdings 3" charset="2"/>
              <a:buChar char="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777240" indent="-13716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Wingdings 3" charset="2"/>
              <a:buChar char="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5990760" y="2179800"/>
            <a:ext cx="4753800" cy="821880"/>
          </a:xfrm>
          <a:prstGeom prst="rect">
            <a:avLst/>
          </a:prstGeom>
          <a:noFill/>
          <a:ln w="0">
            <a:noFill/>
          </a:ln>
        </p:spPr>
        <p:txBody>
          <a:bodyPr lIns="137160" rIns="13716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800"/>
              </a:spcBef>
              <a:buNone/>
              <a:tabLst>
                <a:tab algn="l" pos="0"/>
              </a:tabLst>
            </a:pPr>
            <a:r>
              <a:rPr b="0" lang="en-US" sz="2300" strike="noStrike" u="none">
                <a:solidFill>
                  <a:schemeClr val="accent1"/>
                </a:solidFill>
                <a:effectLst/>
                <a:uFillTx/>
                <a:latin typeface="Tw Cen MT"/>
              </a:rPr>
              <a:t>Click to edit Master text styles</a:t>
            </a:r>
            <a:endParaRPr b="0" lang="en-IN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body"/>
          </p:nvPr>
        </p:nvSpPr>
        <p:spPr>
          <a:xfrm>
            <a:off x="5990760" y="2967840"/>
            <a:ext cx="4753800" cy="334044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Autofit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</a:pPr>
            <a:r>
              <a:rPr b="0" lang="en-US" sz="22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265320" indent="-13716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Wingdings 3" charset="2"/>
              <a:buChar char="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448200" indent="-13716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Wingdings 3" charset="2"/>
              <a:buChar char="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594360" indent="-13716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Wingdings 3" charset="2"/>
              <a:buChar char="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777240" indent="-13716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1cade4"/>
              </a:buClr>
              <a:buFont typeface="Wingdings 3" charset="2"/>
              <a:buChar char="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dt" idx="4"/>
          </p:nvPr>
        </p:nvSpPr>
        <p:spPr>
          <a:xfrm>
            <a:off x="1024200" y="6470640"/>
            <a:ext cx="215316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&lt;date/time&gt;</a:t>
            </a:r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7"/>
          <p:cNvSpPr>
            <a:spLocks noGrp="1"/>
          </p:cNvSpPr>
          <p:nvPr>
            <p:ph type="ftr" idx="5"/>
          </p:nvPr>
        </p:nvSpPr>
        <p:spPr>
          <a:xfrm>
            <a:off x="4843080" y="6470640"/>
            <a:ext cx="590040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8"/>
          <p:cNvSpPr>
            <a:spLocks noGrp="1"/>
          </p:cNvSpPr>
          <p:nvPr>
            <p:ph type="sldNum" idx="6"/>
          </p:nvPr>
        </p:nvSpPr>
        <p:spPr>
          <a:xfrm>
            <a:off x="10837440" y="6470640"/>
            <a:ext cx="97272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A88EDEC6-53C1-4CB3-8AE2-9ABEF9020E71}" type="slidenum"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&lt;number&gt;</a:t>
            </a:fld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4fbfe"/>
            </a:gs>
            <a:gs pos="74000">
              <a:srgbClr val="99daf3"/>
            </a:gs>
            <a:gs pos="83000">
              <a:srgbClr val="99daf3"/>
            </a:gs>
            <a:gs pos="100000">
              <a:srgbClr val="bbe6f7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6"/>
          <p:cNvCxnSpPr/>
          <p:nvPr/>
        </p:nvCxnSpPr>
        <p:spPr>
          <a:xfrm flipV="1">
            <a:off x="761760" y="826200"/>
            <a:ext cx="1080" cy="915480"/>
          </a:xfrm>
          <a:prstGeom prst="straightConnector1">
            <a:avLst/>
          </a:prstGeom>
          <a:ln w="19080">
            <a:solidFill>
              <a:srgbClr val="1cade4"/>
            </a:solidFill>
            <a:round/>
          </a:ln>
        </p:spPr>
      </p:cxn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024200" y="585360"/>
            <a:ext cx="971892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US" sz="5000" spc="99" strike="noStrike" u="none" cap="all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Click to edit Master title style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7"/>
          </p:nvPr>
        </p:nvSpPr>
        <p:spPr>
          <a:xfrm>
            <a:off x="1024200" y="6470640"/>
            <a:ext cx="215316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&lt;date/time&gt;</a:t>
            </a:r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8"/>
          </p:nvPr>
        </p:nvSpPr>
        <p:spPr>
          <a:xfrm>
            <a:off x="4843080" y="6470640"/>
            <a:ext cx="590040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9"/>
          </p:nvPr>
        </p:nvSpPr>
        <p:spPr>
          <a:xfrm>
            <a:off x="10837440" y="6470640"/>
            <a:ext cx="97272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B5FE3891-1F26-4FAA-B78D-673804B5255B}" type="slidenum"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&lt;number&gt;</a:t>
            </a:fld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4fbfe"/>
            </a:gs>
            <a:gs pos="74000">
              <a:srgbClr val="99daf3"/>
            </a:gs>
            <a:gs pos="83000">
              <a:srgbClr val="99daf3"/>
            </a:gs>
            <a:gs pos="100000">
              <a:srgbClr val="bbe6f7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Connector 6"/>
          <p:cNvCxnSpPr/>
          <p:nvPr/>
        </p:nvCxnSpPr>
        <p:spPr>
          <a:xfrm flipV="1">
            <a:off x="761760" y="826200"/>
            <a:ext cx="1080" cy="915480"/>
          </a:xfrm>
          <a:prstGeom prst="straightConnector1">
            <a:avLst/>
          </a:prstGeom>
          <a:ln w="19080">
            <a:solidFill>
              <a:srgbClr val="1cade4"/>
            </a:solidFill>
            <a:round/>
          </a:ln>
        </p:spPr>
      </p:cxnSp>
      <p:sp>
        <p:nvSpPr>
          <p:cNvPr id="28" name="PlaceHolder 1"/>
          <p:cNvSpPr>
            <a:spLocks noGrp="1"/>
          </p:cNvSpPr>
          <p:nvPr>
            <p:ph type="dt" idx="10"/>
          </p:nvPr>
        </p:nvSpPr>
        <p:spPr>
          <a:xfrm>
            <a:off x="1024200" y="6470640"/>
            <a:ext cx="215316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&lt;date/time&gt;</a:t>
            </a:r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ftr" idx="11"/>
          </p:nvPr>
        </p:nvSpPr>
        <p:spPr>
          <a:xfrm>
            <a:off x="4843080" y="6470640"/>
            <a:ext cx="590040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12"/>
          </p:nvPr>
        </p:nvSpPr>
        <p:spPr>
          <a:xfrm>
            <a:off x="10837440" y="6470640"/>
            <a:ext cx="97272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C1FC5EBD-E656-4C60-A2C3-61A6F16138AA}" type="slidenum"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&lt;number&gt;</a:t>
            </a:fld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4fbfe"/>
            </a:gs>
            <a:gs pos="74000">
              <a:srgbClr val="99daf3"/>
            </a:gs>
            <a:gs pos="83000">
              <a:srgbClr val="99daf3"/>
            </a:gs>
            <a:gs pos="100000">
              <a:srgbClr val="bbe6f7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Connector 6"/>
          <p:cNvCxnSpPr/>
          <p:nvPr/>
        </p:nvCxnSpPr>
        <p:spPr>
          <a:xfrm flipV="1">
            <a:off x="761760" y="826200"/>
            <a:ext cx="1080" cy="915480"/>
          </a:xfrm>
          <a:prstGeom prst="straightConnector1">
            <a:avLst/>
          </a:prstGeom>
          <a:ln w="19080">
            <a:solidFill>
              <a:srgbClr val="1cade4"/>
            </a:solidFill>
            <a:round/>
          </a:ln>
        </p:spPr>
      </p:cxn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024200" y="471600"/>
            <a:ext cx="4388040" cy="173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US" sz="4000" spc="99" strike="noStrike" u="none" cap="all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Click to edit Master title style</a:t>
            </a:r>
            <a:endParaRPr b="0" lang="en-IN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715000" y="822960"/>
            <a:ext cx="5677200" cy="518364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Autofit/>
          </a:bodyPr>
          <a:p>
            <a:pPr marL="432000" indent="-32400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024200" y="2257560"/>
            <a:ext cx="4388040" cy="376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8000"/>
              </a:lnSpc>
              <a:spcBef>
                <a:spcPts val="601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3"/>
          </p:nvPr>
        </p:nvSpPr>
        <p:spPr>
          <a:xfrm>
            <a:off x="1024200" y="6470640"/>
            <a:ext cx="215316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&lt;date/time&gt;</a:t>
            </a:r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14"/>
          </p:nvPr>
        </p:nvSpPr>
        <p:spPr>
          <a:xfrm>
            <a:off x="4843080" y="6470640"/>
            <a:ext cx="590040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5"/>
          </p:nvPr>
        </p:nvSpPr>
        <p:spPr>
          <a:xfrm>
            <a:off x="10837440" y="6470640"/>
            <a:ext cx="97272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4C33F0DD-C593-4CF8-80FE-92C12357A5B7}" type="slidenum"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&lt;number&gt;</a:t>
            </a:fld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4fbfe"/>
            </a:gs>
            <a:gs pos="74000">
              <a:srgbClr val="99daf3"/>
            </a:gs>
            <a:gs pos="83000">
              <a:srgbClr val="99daf3"/>
            </a:gs>
            <a:gs pos="100000">
              <a:srgbClr val="bbe6f7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Straight Connector 6"/>
          <p:cNvCxnSpPr/>
          <p:nvPr/>
        </p:nvCxnSpPr>
        <p:spPr>
          <a:xfrm flipV="1">
            <a:off x="761760" y="826200"/>
            <a:ext cx="1080" cy="915480"/>
          </a:xfrm>
          <a:prstGeom prst="straightConnector1">
            <a:avLst/>
          </a:prstGeom>
          <a:ln w="19080">
            <a:solidFill>
              <a:srgbClr val="1cade4"/>
            </a:solidFill>
            <a:round/>
          </a:ln>
        </p:spPr>
      </p:cxnSp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4960080"/>
            <a:ext cx="7771320" cy="146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US" sz="5000" spc="201" strike="noStrike" u="none" cap="all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Click to edit Master title style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12187800" cy="457092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0">
            <a:noFill/>
          </a:ln>
        </p:spPr>
        <p:txBody>
          <a:bodyPr lIns="457200" rIns="45720" tIns="365760" bIns="45720" anchor="t">
            <a:noAutofit/>
          </a:bodyPr>
          <a:p>
            <a:pPr marL="432000" indent="-324000" defTabSz="4572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Click icon to add picture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8610480" y="4960080"/>
            <a:ext cx="3199320" cy="146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100000"/>
              </a:lnSpc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"/>
              </a:rPr>
              <a:t>Click to edit Master text styles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16"/>
          </p:nvPr>
        </p:nvSpPr>
        <p:spPr>
          <a:xfrm>
            <a:off x="1024200" y="6470640"/>
            <a:ext cx="215316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&lt;date/time&gt;</a:t>
            </a:r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17"/>
          </p:nvPr>
        </p:nvSpPr>
        <p:spPr>
          <a:xfrm>
            <a:off x="4843080" y="6470640"/>
            <a:ext cx="590040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18"/>
          </p:nvPr>
        </p:nvSpPr>
        <p:spPr>
          <a:xfrm>
            <a:off x="10837440" y="6470640"/>
            <a:ext cx="97272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E1045388-46E8-42B5-AFF1-E9964DBA3CC6}" type="slidenum"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&lt;number&gt;</a:t>
            </a:fld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49" name="Straight Connector 7"/>
          <p:cNvCxnSpPr/>
          <p:nvPr/>
        </p:nvCxnSpPr>
        <p:spPr>
          <a:xfrm flipV="1">
            <a:off x="8386560" y="5263920"/>
            <a:ext cx="1080" cy="915480"/>
          </a:xfrm>
          <a:prstGeom prst="straightConnector1">
            <a:avLst/>
          </a:prstGeom>
          <a:ln w="19080">
            <a:solidFill>
              <a:srgbClr val="1cade4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4fbfe"/>
            </a:gs>
            <a:gs pos="74000">
              <a:srgbClr val="99daf3"/>
            </a:gs>
            <a:gs pos="83000">
              <a:srgbClr val="99daf3"/>
            </a:gs>
            <a:gs pos="100000">
              <a:srgbClr val="bbe6f7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" name="Straight Connector 6"/>
          <p:cNvCxnSpPr/>
          <p:nvPr/>
        </p:nvCxnSpPr>
        <p:spPr>
          <a:xfrm flipV="1">
            <a:off x="761760" y="826200"/>
            <a:ext cx="1080" cy="915480"/>
          </a:xfrm>
          <a:prstGeom prst="straightConnector1">
            <a:avLst/>
          </a:prstGeom>
          <a:ln w="19080">
            <a:solidFill>
              <a:srgbClr val="1cade4"/>
            </a:solidFill>
            <a:round/>
          </a:ln>
        </p:spPr>
      </p:cxnSp>
      <p:sp>
        <p:nvSpPr>
          <p:cNvPr id="53" name="Rectangle 9"/>
          <p:cNvSpPr/>
          <p:nvPr/>
        </p:nvSpPr>
        <p:spPr>
          <a:xfrm>
            <a:off x="0" y="0"/>
            <a:ext cx="12191040" cy="457092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Oval 5"/>
          <p:cNvSpPr/>
          <p:nvPr/>
        </p:nvSpPr>
        <p:spPr>
          <a:xfrm>
            <a:off x="0" y="0"/>
            <a:ext cx="12191040" cy="4570920"/>
          </a:xfrm>
          <a:custGeom>
            <a:avLst/>
            <a:gdLst>
              <a:gd name="textAreaLeft" fmla="*/ 0 w 12191040"/>
              <a:gd name="textAreaRight" fmla="*/ 12192120 w 12191040"/>
              <a:gd name="textAreaTop" fmla="*/ 0 h 4570920"/>
              <a:gd name="textAreaBottom" fmla="*/ 4572000 h 4570920"/>
            </a:gdLst>
            <a:ahLst/>
            <a:cxnLst/>
            <a:rect l="textAreaLeft" t="textAreaTop" r="textAreaRight" b="textAreaBottom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l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4960080"/>
            <a:ext cx="7771320" cy="146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US" sz="5000" spc="201" strike="noStrike" u="none" cap="all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Click to edit Master title style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19"/>
          </p:nvPr>
        </p:nvSpPr>
        <p:spPr>
          <a:xfrm>
            <a:off x="1024200" y="6470640"/>
            <a:ext cx="215316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&lt;date/time&gt;</a:t>
            </a:r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20"/>
          </p:nvPr>
        </p:nvSpPr>
        <p:spPr>
          <a:xfrm>
            <a:off x="4843080" y="6470640"/>
            <a:ext cx="590040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21"/>
          </p:nvPr>
        </p:nvSpPr>
        <p:spPr>
          <a:xfrm>
            <a:off x="10837440" y="6470640"/>
            <a:ext cx="97272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EECF6A65-3A3A-4741-94DD-DFF947235673}" type="slidenum"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&lt;number&gt;</a:t>
            </a:fld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59" name="Straight Connector 7"/>
          <p:cNvCxnSpPr/>
          <p:nvPr/>
        </p:nvCxnSpPr>
        <p:spPr>
          <a:xfrm flipV="1">
            <a:off x="8386560" y="5263920"/>
            <a:ext cx="1080" cy="915480"/>
          </a:xfrm>
          <a:prstGeom prst="straightConnector1">
            <a:avLst/>
          </a:prstGeom>
          <a:ln w="19080">
            <a:solidFill>
              <a:srgbClr val="1482ac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4fbfe"/>
            </a:gs>
            <a:gs pos="74000">
              <a:srgbClr val="99daf3"/>
            </a:gs>
            <a:gs pos="83000">
              <a:srgbClr val="99daf3"/>
            </a:gs>
            <a:gs pos="100000">
              <a:srgbClr val="bbe6f7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Straight Connector 6"/>
          <p:cNvCxnSpPr/>
          <p:nvPr/>
        </p:nvCxnSpPr>
        <p:spPr>
          <a:xfrm flipV="1">
            <a:off x="761760" y="826200"/>
            <a:ext cx="1080" cy="915480"/>
          </a:xfrm>
          <a:prstGeom prst="straightConnector1">
            <a:avLst/>
          </a:prstGeom>
          <a:ln w="19080">
            <a:solidFill>
              <a:srgbClr val="1cade4"/>
            </a:solidFill>
            <a:round/>
          </a:ln>
        </p:spPr>
      </p:cxnSp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024200" y="585360"/>
            <a:ext cx="971892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US" sz="5000" spc="99" strike="noStrike" u="none" cap="all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Click to edit Master title style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1024200" y="2286000"/>
            <a:ext cx="9718920" cy="402228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 vert="eaVert">
            <a:noAutofit/>
          </a:bodyPr>
          <a:p>
            <a:pPr marL="432000" indent="-32400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dt" idx="22"/>
          </p:nvPr>
        </p:nvSpPr>
        <p:spPr>
          <a:xfrm>
            <a:off x="1024200" y="6470640"/>
            <a:ext cx="215316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&lt;date/time&gt;</a:t>
            </a:r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ftr" idx="23"/>
          </p:nvPr>
        </p:nvSpPr>
        <p:spPr>
          <a:xfrm>
            <a:off x="4843080" y="6470640"/>
            <a:ext cx="590040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24"/>
          </p:nvPr>
        </p:nvSpPr>
        <p:spPr>
          <a:xfrm>
            <a:off x="10837440" y="6470640"/>
            <a:ext cx="97272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6585F5AF-600E-4655-9F31-12E5155040BF}" type="slidenum"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&lt;number&gt;</a:t>
            </a:fld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4fbfe"/>
            </a:gs>
            <a:gs pos="74000">
              <a:srgbClr val="99daf3"/>
            </a:gs>
            <a:gs pos="83000">
              <a:srgbClr val="99daf3"/>
            </a:gs>
            <a:gs pos="100000">
              <a:srgbClr val="bbe6f7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0" name="Straight Connector 6"/>
          <p:cNvCxnSpPr/>
          <p:nvPr/>
        </p:nvCxnSpPr>
        <p:spPr>
          <a:xfrm flipV="1">
            <a:off x="761760" y="826200"/>
            <a:ext cx="1080" cy="915480"/>
          </a:xfrm>
          <a:prstGeom prst="straightConnector1">
            <a:avLst/>
          </a:prstGeom>
          <a:ln w="19080">
            <a:solidFill>
              <a:srgbClr val="1cade4"/>
            </a:solidFill>
            <a:round/>
          </a:ln>
        </p:spPr>
      </p:cxnSp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724960" y="762120"/>
            <a:ext cx="2628000" cy="540900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91440" bIns="91440" anchor="t" anchorCtr="1" vert="eaVert">
            <a:no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US" sz="5000" spc="99" strike="noStrike" u="none" cap="all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Click to edit Master title style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990720" y="762120"/>
            <a:ext cx="7580880" cy="540900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 vert="eaVert">
            <a:noAutofit/>
          </a:bodyPr>
          <a:p>
            <a:pPr marL="432000" indent="-32400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dt" idx="25"/>
          </p:nvPr>
        </p:nvSpPr>
        <p:spPr>
          <a:xfrm>
            <a:off x="1024200" y="6470640"/>
            <a:ext cx="215316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&lt;date/time&gt;</a:t>
            </a:r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ftr" idx="26"/>
          </p:nvPr>
        </p:nvSpPr>
        <p:spPr>
          <a:xfrm>
            <a:off x="4843080" y="6470640"/>
            <a:ext cx="590040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sldNum" idx="27"/>
          </p:nvPr>
        </p:nvSpPr>
        <p:spPr>
          <a:xfrm>
            <a:off x="10837440" y="6470640"/>
            <a:ext cx="97272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D575B79F-DF15-4E65-8028-EB52BF4A9119}" type="slidenum"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&lt;number&gt;</a:t>
            </a:fld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76" name="Straight Connector 6"/>
          <p:cNvCxnSpPr/>
          <p:nvPr/>
        </p:nvCxnSpPr>
        <p:spPr>
          <a:xfrm>
            <a:off x="9601200" y="516240"/>
            <a:ext cx="915480" cy="1080"/>
          </a:xfrm>
          <a:prstGeom prst="straightConnector1">
            <a:avLst/>
          </a:prstGeom>
          <a:ln w="19080">
            <a:solidFill>
              <a:srgbClr val="1cade4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4fbfe"/>
            </a:gs>
            <a:gs pos="74000">
              <a:srgbClr val="99daf3"/>
            </a:gs>
            <a:gs pos="83000">
              <a:srgbClr val="99daf3"/>
            </a:gs>
            <a:gs pos="100000">
              <a:srgbClr val="bbe6f7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9" name="Straight Connector 6"/>
          <p:cNvCxnSpPr/>
          <p:nvPr/>
        </p:nvCxnSpPr>
        <p:spPr>
          <a:xfrm flipV="1">
            <a:off x="761760" y="826200"/>
            <a:ext cx="1080" cy="915480"/>
          </a:xfrm>
          <a:prstGeom prst="straightConnector1">
            <a:avLst/>
          </a:prstGeom>
          <a:ln w="19080">
            <a:solidFill>
              <a:srgbClr val="1cade4"/>
            </a:solidFill>
            <a:round/>
          </a:ln>
        </p:spPr>
      </p:cxnSp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1024200" y="585360"/>
            <a:ext cx="971892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US" sz="5000" spc="99" strike="noStrike" u="none" cap="all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Click to edit Master title style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1024200" y="2286000"/>
            <a:ext cx="9718920" cy="402228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Autofit/>
          </a:bodyPr>
          <a:p>
            <a:pPr marL="432000" indent="-32400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dt" idx="28"/>
          </p:nvPr>
        </p:nvSpPr>
        <p:spPr>
          <a:xfrm>
            <a:off x="1024200" y="6470640"/>
            <a:ext cx="215316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&lt;date/time&gt;</a:t>
            </a:r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 type="ftr" idx="29"/>
          </p:nvPr>
        </p:nvSpPr>
        <p:spPr>
          <a:xfrm>
            <a:off x="4843080" y="6470640"/>
            <a:ext cx="590040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 type="sldNum" idx="30"/>
          </p:nvPr>
        </p:nvSpPr>
        <p:spPr>
          <a:xfrm>
            <a:off x="10837440" y="6470640"/>
            <a:ext cx="97272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3BE28803-ACC0-437C-8E56-4E786BC81140}" type="slidenum"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&lt;number&gt;</a:t>
            </a:fld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f4fbfe"/>
            </a:gs>
            <a:gs pos="74000">
              <a:srgbClr val="99daf3"/>
            </a:gs>
            <a:gs pos="83000">
              <a:srgbClr val="99daf3"/>
            </a:gs>
            <a:gs pos="100000">
              <a:srgbClr val="bbe6f7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7" name="Straight Connector 6"/>
          <p:cNvCxnSpPr/>
          <p:nvPr/>
        </p:nvCxnSpPr>
        <p:spPr>
          <a:xfrm flipV="1">
            <a:off x="761760" y="826200"/>
            <a:ext cx="1080" cy="915480"/>
          </a:xfrm>
          <a:prstGeom prst="straightConnector1">
            <a:avLst/>
          </a:prstGeom>
          <a:ln w="19080">
            <a:solidFill>
              <a:srgbClr val="1cade4"/>
            </a:solidFill>
            <a:round/>
          </a:ln>
        </p:spPr>
      </p:cxnSp>
      <p:sp>
        <p:nvSpPr>
          <p:cNvPr id="88" name="Rectangle 8"/>
          <p:cNvSpPr/>
          <p:nvPr/>
        </p:nvSpPr>
        <p:spPr>
          <a:xfrm>
            <a:off x="0" y="0"/>
            <a:ext cx="12191040" cy="4570920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Oval 5"/>
          <p:cNvSpPr/>
          <p:nvPr/>
        </p:nvSpPr>
        <p:spPr>
          <a:xfrm>
            <a:off x="0" y="0"/>
            <a:ext cx="12191040" cy="4570920"/>
          </a:xfrm>
          <a:custGeom>
            <a:avLst/>
            <a:gdLst>
              <a:gd name="textAreaLeft" fmla="*/ 0 w 12191040"/>
              <a:gd name="textAreaRight" fmla="*/ 12192120 w 12191040"/>
              <a:gd name="textAreaTop" fmla="*/ 0 h 4570920"/>
              <a:gd name="textAreaBottom" fmla="*/ 4572000 h 4570920"/>
            </a:gdLst>
            <a:ahLst/>
            <a:cxnLst/>
            <a:rect l="textAreaLeft" t="textAreaTop" r="textAreaRight" b="textAreaBottom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l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457200" y="4960080"/>
            <a:ext cx="7771320" cy="146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r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US" sz="5000" spc="201" strike="noStrike" u="none" cap="all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Click to edit Master title style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8610480" y="4960080"/>
            <a:ext cx="3199320" cy="146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432000" indent="-324000" defTabSz="914400">
              <a:lnSpc>
                <a:spcPct val="100000"/>
              </a:lnSpc>
              <a:spcAft>
                <a:spcPts val="201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"/>
              </a:rPr>
              <a:t>Click to edit Master text styles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dt" idx="31"/>
          </p:nvPr>
        </p:nvSpPr>
        <p:spPr>
          <a:xfrm>
            <a:off x="1024200" y="6470640"/>
            <a:ext cx="215316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&lt;date/time&gt;</a:t>
            </a:r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ftr" idx="32"/>
          </p:nvPr>
        </p:nvSpPr>
        <p:spPr>
          <a:xfrm>
            <a:off x="4843080" y="6470640"/>
            <a:ext cx="590040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5"/>
          <p:cNvSpPr>
            <a:spLocks noGrp="1"/>
          </p:cNvSpPr>
          <p:nvPr>
            <p:ph type="sldNum" idx="33"/>
          </p:nvPr>
        </p:nvSpPr>
        <p:spPr>
          <a:xfrm>
            <a:off x="10837440" y="6470640"/>
            <a:ext cx="97272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fld id="{052C0EA2-1AB4-4428-BB37-86DD9FC840F7}" type="slidenum">
              <a:rPr b="0" lang="en-US" sz="1000" strike="noStrike" u="non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w Cen MT Condensed"/>
              </a:rPr>
              <a:t>&lt;number&gt;</a:t>
            </a:fld>
            <a:endParaRPr b="0" lang="en-IN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95" name="Straight Connector 7"/>
          <p:cNvCxnSpPr/>
          <p:nvPr/>
        </p:nvCxnSpPr>
        <p:spPr>
          <a:xfrm flipV="1">
            <a:off x="8386560" y="5263920"/>
            <a:ext cx="1080" cy="915480"/>
          </a:xfrm>
          <a:prstGeom prst="straightConnector1">
            <a:avLst/>
          </a:prstGeom>
          <a:ln w="19080">
            <a:solidFill>
              <a:srgbClr val="1482ac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10080" y="0"/>
            <a:ext cx="4068720" cy="685692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309960" y="640080"/>
            <a:ext cx="3428640" cy="561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JAVA Programming Project Presentation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4699800" y="2106360"/>
            <a:ext cx="7171200" cy="374400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Project Title: Vehicle Rental Booking and Payment Management System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Course:  Java Mini Project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Student Name &amp; Roll No: Kashini.K &amp; 25bcs125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Department: Computer Science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w Cen MT"/>
              </a:rPr>
              <a:t>Mentor : Mr.Aravind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Picture 5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4699800" y="233280"/>
            <a:ext cx="6742800" cy="1684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01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080" cy="587988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1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Introduction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7960" cy="587988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cxnSp>
        <p:nvCxnSpPr>
          <p:cNvPr id="104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1080" cy="91548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3469320" y="2489040"/>
            <a:ext cx="7922160" cy="355356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This project is a Vehicle Rental Booking System developed using Java Swing.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It allows users to book vehicles (Bike, Car, Van) easily.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Includes login authentication, booking form, and calendar view.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Helps manage rental records efficiently instead of manual booking.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Useful for small rental businesses.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</a:t>
            </a:r>
            <a:endParaRPr b="0" lang="en-IN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Picture 6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040" cy="46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Title 1"/>
          <p:cNvSpPr/>
          <p:nvPr/>
        </p:nvSpPr>
        <p:spPr>
          <a:xfrm>
            <a:off x="566280" y="590040"/>
            <a:ext cx="1877040" cy="56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09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080" cy="587988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1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Objective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7960" cy="587988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cxnSp>
        <p:nvCxnSpPr>
          <p:cNvPr id="112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1080" cy="91548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3469320" y="2489040"/>
            <a:ext cx="7922160" cy="355356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To design a GUI-based vehicle booking system.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To implement login authentication.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To calculate rental cost automatically.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To store and manage booking details.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To display bookings using a calendar interface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040" cy="46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Title 1"/>
          <p:cNvSpPr/>
          <p:nvPr/>
        </p:nvSpPr>
        <p:spPr>
          <a:xfrm>
            <a:off x="566280" y="590040"/>
            <a:ext cx="1877040" cy="56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17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080" cy="587988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1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Problem Statement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7960" cy="587988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cxnSp>
        <p:nvCxnSpPr>
          <p:cNvPr id="120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1080" cy="91548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3417480" y="1980000"/>
            <a:ext cx="7922160" cy="355356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 fontScale="32500" lnSpcReduction="19999"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1" lang="en-US" sz="32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Manual booking systems are: 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Time-consuming 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Error-prone 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Difficult to track records 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No proper system to: 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Manage customer details 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Track booking dates 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Store payment and proof 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32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This project solves these issues using automation.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040" cy="46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Title 1"/>
          <p:cNvSpPr/>
          <p:nvPr/>
        </p:nvSpPr>
        <p:spPr>
          <a:xfrm>
            <a:off x="566280" y="590040"/>
            <a:ext cx="1877040" cy="56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25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080" cy="587988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1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System Requirements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7960" cy="587988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cxnSp>
        <p:nvCxnSpPr>
          <p:cNvPr id="128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1080" cy="91548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3469320" y="2489040"/>
            <a:ext cx="7922160" cy="355356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 fontScale="85000" lnSpcReduction="19999"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1" lang="en-IN" sz="15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Hardware Requirements: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IN" sz="15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   Processor: Intel i3 or higher 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IN" sz="15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   RAM: 4GB minimum 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IN" sz="15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  Storage: 500MB 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1" lang="en-IN" sz="15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Software Requirements: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IN" sz="15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  OS: Windows / Linux 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IN" sz="15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  Language: Java 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IN" sz="15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  IDE: Eclipse / IntelliJ / NetBeans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IN" sz="15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040" cy="46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Title 1"/>
          <p:cNvSpPr/>
          <p:nvPr/>
        </p:nvSpPr>
        <p:spPr>
          <a:xfrm>
            <a:off x="566280" y="590040"/>
            <a:ext cx="1877040" cy="56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33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080" cy="587988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1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System Design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7960" cy="587988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cxnSp>
        <p:nvCxnSpPr>
          <p:cNvPr id="136" name="Straight 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1080" cy="91548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3417480" y="2287440"/>
            <a:ext cx="7922160" cy="355356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n-IN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n-IN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n-IN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040" cy="46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" name="Title 1"/>
          <p:cNvSpPr/>
          <p:nvPr/>
        </p:nvSpPr>
        <p:spPr>
          <a:xfrm>
            <a:off x="566280" y="590040"/>
            <a:ext cx="1877040" cy="56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3508560" y="2166120"/>
            <a:ext cx="621108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3289320" y="1738080"/>
            <a:ext cx="5530320" cy="522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IN" sz="21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The system consists of:</a:t>
            </a:r>
            <a:endParaRPr b="0" lang="en-IN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5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Login Page 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5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Booking Form 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5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Calendar View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2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Workflow:</a:t>
            </a: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5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User logs in 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5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Enters booking details 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5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Calculates amount 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5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Saves booking ,Views bookings in calendar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1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</a:t>
            </a:r>
            <a:endParaRPr b="0" lang="en-IN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43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080" cy="587988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1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Module Description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7960" cy="587988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cxnSp>
        <p:nvCxnSpPr>
          <p:cNvPr id="146" name="Straight 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1080" cy="91548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3780000" y="1980000"/>
            <a:ext cx="8331480" cy="406260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 fontScale="25000" lnSpcReduction="19999"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Login Module: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4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Validates username and password 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Booking Module: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4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Collects customer and vehicle details 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Processing Module: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4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Calculates rental amount 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Storage Module: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4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Stores booking using HashMap 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Calendar Module: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4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Displays bookings date-wis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4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040" cy="46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itle 1"/>
          <p:cNvSpPr/>
          <p:nvPr/>
        </p:nvSpPr>
        <p:spPr>
          <a:xfrm>
            <a:off x="566280" y="590040"/>
            <a:ext cx="1877040" cy="56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51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080" cy="587988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1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Algorithm / Flowchart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7960" cy="587988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cxnSp>
        <p:nvCxnSpPr>
          <p:cNvPr id="154" name="Straight 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1080" cy="91548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3469320" y="2206080"/>
            <a:ext cx="7922160" cy="355356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 fontScale="62500" lnSpcReduction="19999"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Start 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Login validation 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Enter booking details 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Calculate amount 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Save booking 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Store in data structure 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Display in calendar 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Stop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040" cy="46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Title 1"/>
          <p:cNvSpPr/>
          <p:nvPr/>
        </p:nvSpPr>
        <p:spPr>
          <a:xfrm>
            <a:off x="566280" y="590040"/>
            <a:ext cx="1877040" cy="56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" descr=""/>
          <p:cNvPicPr/>
          <p:nvPr/>
        </p:nvPicPr>
        <p:blipFill>
          <a:blip r:embed="rId2"/>
          <a:stretch/>
        </p:blipFill>
        <p:spPr>
          <a:xfrm>
            <a:off x="6480000" y="1980000"/>
            <a:ext cx="5239800" cy="431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60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080" cy="587988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1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Implementation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7960" cy="587988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cxnSp>
        <p:nvCxnSpPr>
          <p:cNvPr id="163" name="Straight 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1080" cy="91548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3469320" y="2206080"/>
            <a:ext cx="7922160" cy="355356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 fontScale="25000" lnSpcReduction="19999"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1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  Technologies used: 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            Java Swing (GUI) 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            Event Handling 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           Collections (HashMap, ArrayList) 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1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Features implemented: 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Login authentication 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Vehicle selection 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Auto amount calculation 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File upload (PDF proof) 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Calendar navigation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040" cy="46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Title 1"/>
          <p:cNvSpPr/>
          <p:nvPr/>
        </p:nvSpPr>
        <p:spPr>
          <a:xfrm>
            <a:off x="566280" y="590040"/>
            <a:ext cx="1877040" cy="56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68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080" cy="587988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1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Output Screens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7960" cy="587988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cxnSp>
        <p:nvCxnSpPr>
          <p:cNvPr id="171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1080" cy="91548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3469320" y="2489040"/>
            <a:ext cx="7922160" cy="355356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•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3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040" cy="46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itle 1"/>
          <p:cNvSpPr/>
          <p:nvPr/>
        </p:nvSpPr>
        <p:spPr>
          <a:xfrm>
            <a:off x="566280" y="590040"/>
            <a:ext cx="1877040" cy="56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5" name="" descr=""/>
          <p:cNvPicPr/>
          <p:nvPr/>
        </p:nvPicPr>
        <p:blipFill>
          <a:blip r:embed="rId2"/>
          <a:stretch/>
        </p:blipFill>
        <p:spPr>
          <a:xfrm>
            <a:off x="2772720" y="1980000"/>
            <a:ext cx="2986920" cy="287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6" name="" descr=""/>
          <p:cNvPicPr/>
          <p:nvPr/>
        </p:nvPicPr>
        <p:blipFill>
          <a:blip r:embed="rId3"/>
          <a:stretch/>
        </p:blipFill>
        <p:spPr>
          <a:xfrm>
            <a:off x="5940000" y="1980000"/>
            <a:ext cx="2879640" cy="287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7" name="" descr=""/>
          <p:cNvPicPr/>
          <p:nvPr/>
        </p:nvPicPr>
        <p:blipFill>
          <a:blip r:embed="rId4"/>
          <a:stretch/>
        </p:blipFill>
        <p:spPr>
          <a:xfrm>
            <a:off x="9000000" y="1980000"/>
            <a:ext cx="2719800" cy="287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79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080" cy="587988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1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Results &amp; Discussion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7960" cy="587988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cxnSp>
        <p:nvCxnSpPr>
          <p:cNvPr id="182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1080" cy="91548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3469320" y="2489040"/>
            <a:ext cx="7922160" cy="355356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 fontScale="25000" lnSpcReduction="19999"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Successfully created a working booking system. 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1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Users can: 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Book vehicles 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Calculate cost 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View bookings by date 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1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Challenges faced: 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Designing GUI layout 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Managing calendar logic 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System works efficiently for small-scale use. 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4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040" cy="46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Title 1"/>
          <p:cNvSpPr/>
          <p:nvPr/>
        </p:nvSpPr>
        <p:spPr>
          <a:xfrm>
            <a:off x="566280" y="590040"/>
            <a:ext cx="1877040" cy="56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87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080" cy="587988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1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Conclusion &amp; Future Enhancement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7960" cy="587988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cxnSp>
        <p:nvCxnSpPr>
          <p:cNvPr id="190" name="Straight 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1080" cy="91548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3469320" y="2206080"/>
            <a:ext cx="7922160" cy="355356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 fontScale="25000" lnSpcReduction="19999"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60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Conclusion:</a:t>
            </a:r>
            <a:endParaRPr b="0" lang="en-IN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5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</a:t>
            </a:r>
            <a:endParaRPr b="0" lang="en-IN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4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Project meets all objectives 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4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Improved Java GUI and logic skills 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4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Provides simple booking management 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4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Future Enhancements: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4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Improve UI design 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4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Add online payment integration 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OpenSymbol"/>
              <a:buAutoNum type="arabicParenR"/>
              <a:tabLst>
                <a:tab algn="l" pos="0"/>
              </a:tabLst>
            </a:pPr>
            <a:r>
              <a:rPr b="0" lang="en-US" sz="4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Generate booking receipts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2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040" cy="46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Title 1"/>
          <p:cNvSpPr/>
          <p:nvPr/>
        </p:nvSpPr>
        <p:spPr>
          <a:xfrm>
            <a:off x="566280" y="590040"/>
            <a:ext cx="1877040" cy="56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95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2720" y="484560"/>
            <a:ext cx="8947080" cy="5879880"/>
          </a:xfrm>
          <a:prstGeom prst="rect">
            <a:avLst/>
          </a:prstGeom>
          <a:solidFill>
            <a:srgbClr val="40404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3469320" y="788400"/>
            <a:ext cx="79221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References / Acknowledgement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5200" y="484560"/>
            <a:ext cx="2127960" cy="587988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cxnSp>
        <p:nvCxnSpPr>
          <p:cNvPr id="198" name="Straight 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206880" y="1029240"/>
            <a:ext cx="1080" cy="915480"/>
          </a:xfrm>
          <a:prstGeom prst="straightConnector1">
            <a:avLst/>
          </a:prstGeom>
          <a:ln w="19080">
            <a:solidFill>
              <a:schemeClr val="accent1">
                <a:alpha val="80000"/>
              </a:schemeClr>
            </a:solidFill>
            <a:round/>
          </a:ln>
        </p:spPr>
      </p:cxn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3420000" y="2520000"/>
            <a:ext cx="7922160" cy="355356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 fontScale="92500" lnSpcReduction="19999"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References: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Java Programming – E. Balagurusamy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Oracle Java Documentation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Online tutorials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Acknowledgement: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• Thanks to my guide and department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0" name="Picture 3" descr="A blue and red logo&#10;&#10;AI-generated content may be incorrect."/>
          <p:cNvPicPr/>
          <p:nvPr/>
        </p:nvPicPr>
        <p:blipFill>
          <a:blip r:embed="rId1"/>
          <a:stretch/>
        </p:blipFill>
        <p:spPr>
          <a:xfrm>
            <a:off x="566280" y="654840"/>
            <a:ext cx="1877040" cy="46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" name="Title 1"/>
          <p:cNvSpPr/>
          <p:nvPr/>
        </p:nvSpPr>
        <p:spPr>
          <a:xfrm>
            <a:off x="566280" y="590040"/>
            <a:ext cx="1877040" cy="56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80000"/>
              </a:lnSpc>
            </a:pPr>
            <a:r>
              <a:rPr b="0" lang="en-IN" sz="2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JAVA Programming Project Presentation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00000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203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7600" y="321840"/>
            <a:ext cx="11550240" cy="621360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Tw Cen MT"/>
            </a:endParaRPr>
          </a:p>
        </p:txBody>
      </p:sp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1024200" y="585360"/>
            <a:ext cx="103287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80000"/>
              </a:lnSpc>
              <a:buNone/>
              <a:tabLst>
                <a:tab algn="l" pos="0"/>
              </a:tabLst>
            </a:pPr>
            <a:r>
              <a:rPr b="0" lang="en-IN" sz="5000" spc="99" strike="noStrike" u="none" cap="all">
                <a:solidFill>
                  <a:srgbClr val="ffffff"/>
                </a:solidFill>
                <a:effectLst/>
                <a:uFillTx/>
                <a:latin typeface="Tw Cen MT Condensed"/>
              </a:rPr>
              <a:t>Thank You</a:t>
            </a:r>
            <a:endParaRPr b="0" lang="en-IN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5" name="Straight 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761760" y="826200"/>
            <a:ext cx="1080" cy="915480"/>
          </a:xfrm>
          <a:prstGeom prst="straightConnector1">
            <a:avLst/>
          </a:prstGeom>
          <a:ln w="19080">
            <a:solidFill>
              <a:srgbClr val="d2effa"/>
            </a:solidFill>
            <a:round/>
          </a:ln>
        </p:spPr>
      </p:cxnSp>
      <p:sp>
        <p:nvSpPr>
          <p:cNvPr id="206" name="PlaceHolder 2"/>
          <p:cNvSpPr>
            <a:spLocks noGrp="1"/>
          </p:cNvSpPr>
          <p:nvPr>
            <p:ph/>
          </p:nvPr>
        </p:nvSpPr>
        <p:spPr>
          <a:xfrm>
            <a:off x="1024200" y="2286000"/>
            <a:ext cx="10328760" cy="38617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en-IN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 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1cade4"/>
              </a:buClr>
              <a:buFont typeface="Tw Cen MT"/>
              <a:buChar char=" "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Tw Cen MT"/>
              </a:rPr>
              <a:t>Questions &amp; Discussions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121</TotalTime>
  <Application>LibreOffice/25.2.7.2$Windows_X86_64 LibreOffice_project/5cbfd1ab6520636bb5f7b99185aa69bd7456825d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en-IN</dc:language>
  <cp:lastModifiedBy/>
  <dcterms:modified xsi:type="dcterms:W3CDTF">2026-04-11T13:47:57Z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r8>14</vt:r8>
  </property>
</Properties>
</file>